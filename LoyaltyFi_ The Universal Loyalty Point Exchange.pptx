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8502829-53BE-473D-A379-018A5DBF763E}">
  <a:tblStyle styleId="{68502829-53BE-473D-A379-018A5DBF763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ded66dda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ded66dda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ded66dda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ded66dda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4ded66dda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4ded66dda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4ded66dda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4ded66dda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4ded66ddae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4ded66ddae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4ded66ddae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4ded66ddae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4ded66dda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4ded66dda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ded66ddae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4ded66ddae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4ded66ddae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4ded66ddae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4ded66ddae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4ded66ddae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4ded66ddae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4ded66ddae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4ded66ddae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4ded66ddae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4ded66ddae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4ded66ddae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4ded66ddae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4ded66ddae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4ded66ddae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4ded66ddae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4ded66ddae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4ded66ddae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4ded66ddae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4ded66ddae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4ded66ddae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4ded66ddae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4ded66ddae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4ded66ddae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4ded66ddae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4ded66ddae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4ded66ddae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4ded66ddae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4ded66ddae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4ded66ddae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4ded66ddae_0_7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4ded66ddae_0_7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4ded66ddae_0_7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4ded66ddae_0_7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4ded66ddae_0_7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4ded66ddae_0_7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LoyaltyFi: The Universal Loyalty Point Exchange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Tagline: Tokenizing Loyalty. Unlocking Global Value.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The Problem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$200B+ in loyalty points go unredeemed every year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Points are siloed and non-interoperable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Consumers lack liquidity and control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Brands carry unredeemed points as liability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Governments have no visibility or control over this value layer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Our Solution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LoyaltyFi tokenizes and connects loyalty programs into a unified exchange: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Swap points across brands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Spend them like currency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as collateral, stake, or save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Plug-and-play for brands via APIs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Product Overview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ULTS: Universal Loyalty Token Standard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Consumer Wallet &amp; Marketplace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Brand APIs/SDKs for easy integration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POS compatibility and compliance-first infrastructure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Insights dashboards for brands &amp; governments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Market Opportunity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Global Loyalty &amp; Rewards Market: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$500B+ in loyalty points issued annually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$200B+ go unredeemed (trapped value)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Loyalty Management Market: $10.8B in 2023 → $24B by 2029 (14% CAGR)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Airline programs like Delta SkyMiles valued at $26B (more than airline during downturn)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Competitive Landscape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5" name="Google Shape;85;p18"/>
          <p:cNvGraphicFramePr/>
          <p:nvPr/>
        </p:nvGraphicFramePr>
        <p:xfrm>
          <a:off x="311675" y="150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{68502829-53BE-473D-A379-018A5DBF763E}</a:tableStyleId>
              </a:tblPr>
              <a:tblGrid>
                <a:gridCol w="1333175"/>
                <a:gridCol w="2318550"/>
                <a:gridCol w="1738900"/>
                <a:gridCol w="1719575"/>
                <a:gridCol w="1410425"/>
              </a:tblGrid>
              <a:tr h="56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Company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Interoperability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Tokenization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Marketplace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B2G Tools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Loyyal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❌ Limited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✅ Yes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❌ No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❌ No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KrisPay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❌ Closed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✅ Yes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❌ No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❌ No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TokenD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⚠️ Partial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✅ Yes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⚠️ Partial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❌ No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LoyaltyFi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✅ Open Protocol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✅ Yes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✅ Yes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✅ Yes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Business Model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1-3% fee on loyalty token exchanges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SaaS APIs for brands and partners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Premium features: portfolio tracking, smart conversion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B2G software for token-based subsidies or benefits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Loyalty staking/yield systems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Traction &amp; Roadmap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Q2 2025 – MVP &amp; early retail partners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Q3 2025 – Wallet &amp; marketplace launch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Q4 2025 – Compliance, POS pilots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2026 – Global + Government partnerships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Team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Mihir Kavishwar – Founder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Tech sales @ MathWorks (Apple), ex-entrepreneur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USC Master’s, patent-backed products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Deep startup, AI, and blockchain exposure</a:t>
            </a:r>
            <a:br>
              <a:rPr lang="en"/>
            </a:br>
            <a:r>
              <a:rPr lang="en"/>
              <a:t>Advisory board (coming soon)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Our Ask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$500K pre-seed round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of funds: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40% Product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30% Partnerships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20% Compliance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10% Ops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Goal: MVP + 10 enterprise integrations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Vision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Loyalty shouldn’t be locked.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We’re building the financial bridge between loyalty and utility.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Join us in reshaping how the world earns, trades, and spends value.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 Analogy: Interoperable Loyalty Flywheel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Diagram Description (for slide): A circular flywheel showing the mutual benefit cycle: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Brand A (e.g., Delta) → tokens accepted at Brand B (e.g., Starbucks)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Brand B → gains new customers, shares fees with Brand 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Customer → uses points freely across ecosystem → spends more overall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LoyaltyFi → earns transaction fees, feeds data insights back to brands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💡 Result: More engagement, more spend, less liability, better retention for all parties.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Visual Analogy: Interoperable Loyalty Flywheel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Diagram Description (for slide): A circular flywheel showing the mutual benefit cycle: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Brand A (e.g., Delta) → tokens accepted at Brand B (e.g., Starbucks)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Brand B → gains new customers, shares fees with Brand 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Customer → uses points freely across ecosystem → spends more overall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LoyaltyFi → earns transaction fees, feeds data insights back to brands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💡 Result: More engagement, more spend, less liability, better retention for all parties.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Why Would Brands Share Loyalty?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Common Concern: "Loyalty is meant to lock users in. Why allow point sharing?"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Our Response: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✅ New Acquisition → Points convert into customers from other brands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✅ Earn Commission on every swap or redemption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✅ Control Rules → Brands choose partners, exchange rates, limits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✅ Reduce Liability from unused points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✅ Gain Loyalty Data → Get insights on customer journey across platforms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Analogy: Like airlines selling miles to banks, you create new revenue streams — without giving up control.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7" title="Interoperable Loyalty Ecosystem – Value Flywhee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0726" y="0"/>
            <a:ext cx="5022524" cy="514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Why Brands Use Loyalty Programs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Retention is 5–7x cheaper than acquisition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Loyalty members spend 2–3x more per transaction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Enables behavioral and transactional data collection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Drives recurring revenue (e.g., points sold to credit card companies)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Encourages emotional and psychological stickiness (gamification, sunk cost effect)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Success Stories in Loyalty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Starbucks Rewards: 53% of U.S. store sales through program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Delta SkyMiles: $26B valuation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Marriott Bonvoy: $4.2B in loyalty revenue (2022)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Customers in programs show 2–3x higher spending rates and increased engagement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of Loyalty Programs Will They Continue to Exist?</a:t>
            </a:r>
            <a:endParaRPr/>
          </a:p>
        </p:txBody>
      </p:sp>
      <p:sp>
        <p:nvSpPr>
          <p:cNvPr id="156" name="Google Shape;156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Yes, but with evolution: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Consumers expect flexibility, transparency, and digital-first experience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Brands are pressured to reduce financial liabilities while increasing engagement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Emerging tech like blockchain enables programmable, interoperable loyalty models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Key Trends: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Tokenization of rewards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Real-time valuation and redemption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Interoperable ecosystems between brands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Threats to Legacy Loyalty Programs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Program fatigue and saturation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Devaluation risk (inflation of points)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Low redemption = poor engagement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Lack of liquidity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Regulatory changes (breakage liabilities, accounting pressure)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LoyaltyFi Response: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Real-time conversion &amp; liquidity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Consumer trust through transparency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Ecosystem-wide utility across brands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Compliance-ready architecture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Why Governments Should Care?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Loyalty points represent a shadow financial system with limited traceability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Unredeemed points are a liability with no tax or audit trail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LoyaltyFi introduces traceable, tokenized rewards that support economic transparency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Opportunity to promote financial inclusion via loyalty-based micro economies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Integration with UBI, subsidies, carbon credits, or education rewards possible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Benefits for Governments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✅ Economic Visibility: Tokenized points become part of the traceable digital economy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✅ Regulatory Compliance: On-chain transactions provide auditability and reporting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✅ Welfare Distribution: Use loyalty tokens as rails for government incentives (e.g., food, transport)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✅ Financial Inclusion: Reach underbanked populations via mobile-based loyalty wallets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✅ Job &amp; Growth Incentives: Encourage small businesses to participate in shared loyalty pools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Public Sector Use Cases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Education Vouchers: Token-based rewards for academic performance or attendance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Green Incentives: Earn tokens for eco-friendly behavior redeemable in partner networks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Healthcare Programs: Preventive care rewards usable for transport or healthy food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Tourism Boost: Localized tokens for regional travel, shopping, or cultural exploration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Government Integration Model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Partner with LoyaltyFi as a SaaS vendor for token infrastructure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Define reward criteria (behavioral, location-based, demographic-specific)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Distribute tokens via public apps or through retail partners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Monitor usage via compliance-ready dashboards and API integrations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What Customers Care About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🔄 Want flexibility: Use rewards across more brands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⏰ Hate point expiration and redemption delays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🧠 Forget where their points are or how much they’re worth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💸 Prefer cash value, gift cards, or crypto over brand-only perks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📲 Want everything in one wallet, not dozens of brand-specific apps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LoyaltyFi for End Users Title: LoyaltyFi = Freedom + Utility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wallet to track all points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Convert hotel points to coffee, miles to groceries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Real-time dollar value estimates for all loyalty tokens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Auto-notifications for expiration and swap suggestions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Mobile-first experience, no new cards or logins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Customer Insights &amp; Trends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75% want cross-brand loyalty use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 out of 3 Gen Z prefer rewards in cash or crypto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60% say flexibility is more valuable than big bonuses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 customers would engage more if rewards were visible and usable across apps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